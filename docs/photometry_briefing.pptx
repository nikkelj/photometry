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PRs #1–#3  ·  simulation + inversion stack + catalog-scale funnel, 18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home/user/photometry/results/deck_stills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home/user/photometry/results/deck_stills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GLINT GEOMETRY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Wahba's problem: attitude waypoints from specular events</a:t>
            </a:r>
            <a:endParaRPr lang="en-US" sz="3000" dirty="0"/>
          </a:p>
        </p:txBody>
      </p:sp>
      <p:pic>
        <p:nvPicPr>
          <p:cNvPr id="4" name="Image 0" descr="/home/user/photometry/results/charts/14_glint_wah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40664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2440" y="1554480"/>
            <a:ext cx="3657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987E5"/>
                </a:solidFill>
              </a:rPr>
              <a:t>A glint is the one moment photometry yields a direction: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the phase-angle bisector (known in ECI) coincides with a facet normal (known in the body frame). Each confirmed glint is a matched vector pair — the input to Wahba's problem — and Davenport's q-method turns a window of pairs into an absolute attitude fix.
</a:t>
            </a:r>
            <a:pPr indent="0" marL="0">
              <a:buNone/>
            </a:pPr>
            <a:r>
              <a:rPr lang="en-US" sz="1200" b="1" dirty="0">
                <a:solidFill>
                  <a:srgbClr val="C3C2B7"/>
                </a:solidFill>
              </a:rPr>
              <a:t>Detector: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brightness vs the fleet median at the same rotational phase (cancels the spin modulation); geometric gating assigns the facet and lifts pair purity to ~100%.
</a:t>
            </a:r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</a:rPr>
              <a:t>Waypoints at 2.9°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(LINK tumble). Correct correspondences resolve the v1.5 symmetry twin scalar photometry cannot (5.5° vs 86°).
</a:t>
            </a:r>
            <a:pPr indent="0" marL="0">
              <a:buNone/>
            </a:pPr>
            <a:r>
              <a:rPr lang="en-US" sz="1200" b="1" dirty="0">
                <a:solidFill>
                  <a:srgbClr val="D55181"/>
                </a:solidFill>
              </a:rPr>
              <a:t>25 waypoints @ 3.4°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live in the torque-free arc under oracle gating vs 7 pairs under the current coarse hypothesis — the iterate-refine headroom that will seed the Tier-3 dynamics fit.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CATALOG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209 models: identity becomes class + configuration</a:t>
            </a:r>
            <a:endParaRPr lang="en-US" sz="3000" dirty="0"/>
          </a:p>
        </p:txBody>
      </p:sp>
      <p:pic>
        <p:nvPicPr>
          <p:cNvPr id="4" name="Image 0" descr="/home/user/photometry/results/charts/15_library_sca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57200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24 sampled targets (11 families, 38 countries, mixed modes, two with off-pointed arrays), 3 h arcs, full funnel: feature gate (ms) → two-channel shortlist (~2 s) → matcher (~3 min).
</a:t>
            </a:r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Exact identity 29% · family/class 71%.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10 of 17 misses picked a same-family photometric twin fitting within 1.2× of truth — the serial number is not in the data once the catalog holds look-alikes; class, size, and configuration are.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537960" y="457200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Self-assessment survives scale: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every correct ID fits at cost ≤ 1.0; 13/17 wrong ones flag themselves (cost 1.05–25 or shortlist cut). The confident-but-wrong residue is exactly the twin set.
</a:t>
            </a:r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Operational product: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the ranked shortlist with margins — “one of these three 3U cubesats, ops attitude, arrays tracking” — plus orbit-catalog correlation as the free tie-breaker.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OBSERVABILITY TRADE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many observers before the tomography turns on?</a:t>
            </a:r>
            <a:endParaRPr lang="en-US" sz="3000" dirty="0"/>
          </a:p>
        </p:txBody>
      </p:sp>
      <p:pic>
        <p:nvPicPr>
          <p:cNvPr id="4" name="Image 0" descr="/home/user/photometry/results/charts/17_observability_tra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63524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21040" y="1554480"/>
            <a:ext cx="3429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 smaller constellation is an observer-ID subsample of the full-fleet run — same shell, same chain, N of 10,000 IDs kept.
</a:t>
            </a:r>
            <a:pPr indent="0" marL="0">
              <a:buNone/>
            </a:pPr>
            <a:r>
              <a:rPr lang="en-US" sz="1150" b="1" dirty="0">
                <a:solidFill>
                  <a:srgbClr val="D95926"/>
                </a:solidFill>
              </a:rPr>
              <a:t>The answer is a phase transition at N ≈ 300–1,000: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period recovery 0/3 seeds at 300, 3/3 at 1,000 — and the instant it locks, pole error collapses 85° → 0.1° and EGI jumps to 55–89%, both already at full-fleet quality.
</a:t>
            </a:r>
            <a:pPr indent="0" marL="0">
              <a:buNone/>
            </a:pPr>
            <a:r>
              <a:rPr lang="en-US" sz="1150" b="1" dirty="0">
                <a:solidFill>
                  <a:srgbClr val="3987E5"/>
                </a:solidFill>
              </a:rPr>
              <a:t>Binding resource: sampling density, not geometry.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Directional coverage saturates (~50%, sun-capped at 56%) before period success climbs. And there is no single-observer regime: 1 satellite ≈ 0–3 detections/day.
</a:t>
            </a:r>
            <a:pPr indent="0" marL="0">
              <a:buNone/>
            </a:pPr>
            <a:r>
              <a:rPr lang="en-US" sz="1150" b="1" dirty="0">
                <a:solidFill>
                  <a:srgbClr val="D55181"/>
                </a:solidFill>
              </a:rPr>
              <a:t>What still scales at 10k: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Wahba vector pairs (0 → 4 → 12 → 37/day) — the glint channel earns the full fleet after every scalar metric saturates.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MANEUVER SLEWS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Pre-burn 90/180° yaw-arounds: detect always, characterize by symmetry</a:t>
            </a:r>
            <a:endParaRPr lang="en-US" sz="3000" dirty="0"/>
          </a:p>
        </p:txBody>
      </p:sp>
      <p:pic>
        <p:nvPicPr>
          <p:cNvPr id="4" name="Image 0" descr="/home/user/photometry/results/charts/18_slew_detect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31520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1000" y="1508760"/>
            <a:ext cx="3749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6 min yaw-out, 15 min burn hold, 6 min return — 4 craft × {90°, 180°} + controls.
</a:t>
            </a:r>
            <a:pPr indent="0" marL="0">
              <a:buNone/>
            </a:pPr>
            <a:r>
              <a:rPr lang="en-US" sz="1100" b="1" dirty="0">
                <a:solidFill>
                  <a:srgbClr val="1BAF7A"/>
                </a:solidFill>
              </a:rPr>
              <a:t>Detection: 8/8 at robust-z 281–1204, latency ≤ 60 s, controls ≤ 4.1, zero false alarms.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Even the 2-axis-array flat-sat is loud: panel backs and bus edges swing even when the cells stay sun-locked.
</a:t>
            </a:r>
            <a:pPr indent="0" marL="0">
              <a:buNone/>
            </a:pPr>
            <a:r>
              <a:rPr lang="en-US" sz="1100" b="1" dirty="0">
                <a:solidFill>
                  <a:srgbClr val="3987E5"/>
                </a:solidFill>
              </a:rPr>
              <a:t>90° holds: fully characterized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— hold yaw to 0.1–0.2°, slew start ±0.5–2 min; durations softer (shallow smoothstep tails).
</a:t>
            </a:r>
            <a:pPr indent="0" marL="0">
              <a:buNone/>
            </a:pPr>
            <a:r>
              <a:rPr lang="en-US" sz="1100" b="1" dirty="0">
                <a:solidFill>
                  <a:srgbClr val="D95926"/>
                </a:solidFill>
              </a:rPr>
              <a:t>180° holds are invisible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on mirror-symmetric buses — residual returns to baseline mid-burn; the two transients carry everything. Both seen → burn bracketed to ~1 min (Persona: −7 s); fit interpolating a flat basin can slide (v2 mini: +18 min).
</a:t>
            </a:r>
            <a:pPr indent="0" marL="0">
              <a:buNone/>
            </a:pPr>
            <a:r>
              <a:rPr lang="en-US" sz="1100" b="1" dirty="0">
                <a:solidFill>
                  <a:srgbClr val="C98500"/>
                </a:solidFill>
              </a:rPr>
              <a:t>Product ordering: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windowed z + yaw track is the robust detector; the parametric slew fit is the refinement.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home/user/photometry/results/deck_stills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home/user/photometry/results/deck_stills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PATH TO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Wiring the experiment to real data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The seam is already built: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every algorithm consumes only the ObservationSet schema — one row per calibrated detection (time, observer, line of sight, sun, range, magnitude, sigma, bias, censored flag). Real integration = filling that 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Tracker transient streams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46120" y="214884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Star trackers already detect non-stellar objects every frame — the star-ID rejects. The product to downlink: time, centroid + attitude → inertial LOS, streak-integrated magnitude, saturation flag.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8620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Bridge: ground photometry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862072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MMT-9 public light curves, commercial SDA networks, SatObs flash periods — degraded single-site geometry, but real BRDFs and noise to confront the calibration pipeline early.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547872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753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Orbits &amp; references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3575304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Space-Track / operator ephemerides for association and range; Gaia DR3 G-band as the per-frame photometric zero point; DE440 sun; ILRS truth orbits for calibrators.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88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Calibration loop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46120" y="4288536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Run the stack on the constellation's own satellites (telemetered attitude, CAD shape) with truth held fixed — solve per-sensor biases, color terms, and BRDF materials instead. Continuous, free truth.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74336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0176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Hard parts, named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5001768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Streak photometry (trailed PSF flux) and fleet-scale association. First light: predict known targets' transits through each FOV and harvest only those windows.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8756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150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Code adapters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246120" y="571500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EphemerisOrbit wrapper for real orbits behind the LVLH hypotheses; Earthshine term in radiometry; passband refit of material coefficients; robustness knobs retuned on real residuals.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Full guide: docs/real-data-integration.md — field-by-field schema mapping, reduction pipeline, worked loader skeleton.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Glint-seeded torque-free fitting: close the iterate-refine loop (7 → 134 pairs measured headroom), fit dynamics through Wahba waypoints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Close the funnel gaps: third shortlist channel for inertial pointers, arc-aware fingerprints, off-pointed array hypotheses, orbit-catalog tie-breaking among twins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Maneuver-window change-point scanning: freeze the match, score in time bins, recurse on the bins that fail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curated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2026-08-21T23:35:03Z</dcterms:created>
  <dcterms:modified xsi:type="dcterms:W3CDTF">2026-08-21T23:35:03Z</dcterms:modified>
</cp:coreProperties>
</file>